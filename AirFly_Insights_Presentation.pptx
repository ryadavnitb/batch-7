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7" r:id="rId4"/>
    <p:sldId id="268" r:id="rId5"/>
    <p:sldId id="269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70" r:id="rId14"/>
    <p:sldId id="265" r:id="rId15"/>
    <p:sldId id="266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valika banuka" userId="095a59d72fcc8b2f" providerId="LiveId" clId="{8F01F03B-BFBB-4822-BB8C-BB93BCDB8554}"/>
    <pc:docChg chg="modSld">
      <pc:chgData name="pravalika banuka" userId="095a59d72fcc8b2f" providerId="LiveId" clId="{8F01F03B-BFBB-4822-BB8C-BB93BCDB8554}" dt="2026-01-06T15:08:47.329" v="80" actId="20577"/>
      <pc:docMkLst>
        <pc:docMk/>
      </pc:docMkLst>
      <pc:sldChg chg="modSp mod">
        <pc:chgData name="pravalika banuka" userId="095a59d72fcc8b2f" providerId="LiveId" clId="{8F01F03B-BFBB-4822-BB8C-BB93BCDB8554}" dt="2026-01-06T15:08:47.329" v="80" actId="20577"/>
        <pc:sldMkLst>
          <pc:docMk/>
          <pc:sldMk cId="0" sldId="256"/>
        </pc:sldMkLst>
        <pc:spChg chg="mod">
          <ac:chgData name="pravalika banuka" userId="095a59d72fcc8b2f" providerId="LiveId" clId="{8F01F03B-BFBB-4822-BB8C-BB93BCDB8554}" dt="2026-01-06T15:08:47.329" v="80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37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073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293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249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47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279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136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494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931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902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9028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198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41354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1631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1985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422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069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3474" y="385011"/>
            <a:ext cx="6942221" cy="3453063"/>
          </a:xfrm>
        </p:spPr>
        <p:txBody>
          <a:bodyPr>
            <a:normAutofit fontScale="90000"/>
          </a:bodyPr>
          <a:lstStyle/>
          <a:p>
            <a:r>
              <a:rPr lang="en-IN" sz="4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INFOSYS SPRINGBOARD</a:t>
            </a:r>
            <a:br>
              <a:rPr lang="en-IN" sz="4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6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sz="5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AirFly</a:t>
            </a:r>
            <a:r>
              <a:rPr sz="5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Insights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3474" y="3838074"/>
            <a:ext cx="7291137" cy="2065589"/>
          </a:xfrm>
        </p:spPr>
        <p:txBody>
          <a:bodyPr>
            <a:normAutofit/>
          </a:bodyPr>
          <a:lstStyle/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&amp; Analysis of Airline Operations</a:t>
            </a:r>
          </a:p>
          <a:p>
            <a:r>
              <a:rPr lang="en-IN" dirty="0"/>
              <a:t>                                      </a:t>
            </a:r>
            <a:endParaRPr dirty="0"/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Mentor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Rahul Yadav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Submitted By : Banuka Pravalika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9569" y="624110"/>
            <a:ext cx="7174832" cy="1036248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9569" y="1792705"/>
            <a:ext cx="7174831" cy="411851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large-scale airline flight data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delay and cancellation patterns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multiple data visualization techniques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 actionable insights for operations improvement</a:t>
            </a:r>
          </a:p>
          <a:p>
            <a:pPr marL="457200" lvl="1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0E0AD-2946-FD80-1C5B-867905449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37" y="624110"/>
            <a:ext cx="7186863" cy="101218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27A2B-A497-B30C-A4CC-363A5C958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7537" y="1636296"/>
            <a:ext cx="7186863" cy="427492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 DOT Airline Flight Dataset (Kaggle)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Millions of flight records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airline, airports, delays, cancellations, time, distance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9123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E5BCC-6E8F-BADA-1260-2BF580468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9569" y="624110"/>
            <a:ext cx="7174832" cy="101218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0E822-E169-1699-B643-62058D744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9569" y="1636295"/>
            <a:ext cx="7174831" cy="4274927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analysis, the raw dataset was preprocessed.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removed irrelevant columns, handled missing values, optimized memory usage, and converted columns to appropriate data types.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step is important to ensure accurate analysis.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754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1AD28-C8CD-F430-9D23-0E0903A6B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1" y="624110"/>
            <a:ext cx="7162800" cy="988122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DA286-5D9F-C876-6499-AF5CC3E97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1" y="1612232"/>
            <a:ext cx="7162799" cy="429899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created new features such as month, day, departure hour, and route by combining origin and destination airports.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engineered features help analyze time-based and route-based delay patterns more effectively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35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5663" y="624110"/>
            <a:ext cx="7138737" cy="933506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 – Monthly Flights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5663" y="1648326"/>
            <a:ext cx="7138737" cy="4932948"/>
          </a:xfrm>
        </p:spPr>
        <p:txBody>
          <a:bodyPr/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number of flights operated in each month.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peak and off-peak travel seasons.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Airlines can plan manpower and aircraft availability.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seasonal demand analysis</a:t>
            </a:r>
            <a:r>
              <a:rPr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D9E4E5-F0EA-73EF-43EB-7739D01F4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063" y="3898232"/>
            <a:ext cx="4150895" cy="23356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1" y="624110"/>
            <a:ext cx="7162800" cy="989654"/>
          </a:xfrm>
        </p:spPr>
        <p:txBody>
          <a:bodyPr>
            <a:normAutofit/>
          </a:bodyPr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 – Flight Trend Over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1" y="1528011"/>
            <a:ext cx="7162799" cy="4908884"/>
          </a:xfrm>
        </p:spPr>
        <p:txBody>
          <a:bodyPr/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changes in flight operations over time.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increasing or decreasing traffic trends.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long-term planning and forecasting.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understanding industry growth patterns.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05DDFD-D4A6-9CC8-9337-3A0D8D31A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042" y="3898232"/>
            <a:ext cx="4030579" cy="23356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9569" y="624110"/>
            <a:ext cx="7174832" cy="879837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 – Delay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9569" y="1648326"/>
            <a:ext cx="7174831" cy="4704348"/>
          </a:xfrm>
        </p:spPr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frequency of different delay durations.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flights experience short delays.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extreme delay cases.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evaluate service reliability.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81BF28-E900-775B-9D53-29973F6E6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326" y="3741821"/>
            <a:ext cx="3429000" cy="26108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5663" y="624110"/>
            <a:ext cx="7138737" cy="964058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 – Distance vs Delay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5663" y="1732547"/>
            <a:ext cx="7138737" cy="4848727"/>
          </a:xfrm>
        </p:spPr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relationship between flight distance and delay.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whether longer flights experience more delays.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evaluate route efficiency.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route optimization decisions.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4488F5-3ADC-772E-245A-51A433172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610" y="4174958"/>
            <a:ext cx="357337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1" y="624110"/>
            <a:ext cx="7162800" cy="988122"/>
          </a:xfrm>
        </p:spPr>
        <p:txBody>
          <a:bodyPr>
            <a:normAutofit fontScale="90000"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Plot – Airline Delay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1" y="1612233"/>
            <a:ext cx="7162799" cy="4812630"/>
          </a:xfrm>
        </p:spPr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delay patterns across airlines.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airlines with higher variability in delays.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median and extreme delay values.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competitive performance benchmarking.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D8692E-A258-A362-AD21-B0E1A5E6F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768" y="3922295"/>
            <a:ext cx="3862137" cy="24063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7537" y="469233"/>
            <a:ext cx="7186863" cy="1031945"/>
          </a:xfrm>
        </p:spPr>
        <p:txBody>
          <a:bodyPr>
            <a:normAutofit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 – Cancellation Reasons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7537" y="1636295"/>
            <a:ext cx="7186863" cy="4752472"/>
          </a:xfrm>
        </p:spPr>
        <p:txBody>
          <a:bodyPr/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proportion of cancellation causes.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causes include weather and operational issues.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high-impact risk factors.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preventive strategy planning</a:t>
            </a:r>
            <a:r>
              <a:rPr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FF9B4F-110C-DD24-12FD-E9645D5F1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674" y="3801980"/>
            <a:ext cx="3789947" cy="244240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633" y="624110"/>
            <a:ext cx="7150768" cy="964058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 Chart – Flights Over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3633" y="1588169"/>
            <a:ext cx="7150767" cy="5005136"/>
          </a:xfrm>
        </p:spPr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cumulative flight volume over time.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seasonal traffic growth clearly.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capacity and infrastructure planning.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long-term operational strategy.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BF3BF4-2DC5-F2FC-D8AD-BCBCD5815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168" y="3657600"/>
            <a:ext cx="4018548" cy="27071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42921-34E8-29F3-E50E-26D8DA260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9569" y="624110"/>
            <a:ext cx="7174832" cy="97609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Findings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AEBC3-FBD3-FC93-07F3-DBE3CC71C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9569" y="1600200"/>
            <a:ext cx="7174832" cy="431102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 delays vary significantly by season and airline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 aircraft and weather are major delay contributors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Peak-hour flights experience higher congestion delays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routes show consistently high traffic volumes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helps quickly identify operational bottlenecks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2949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1" y="624110"/>
            <a:ext cx="7162800" cy="1084374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1" y="1708484"/>
            <a:ext cx="7162800" cy="4202738"/>
          </a:xfrm>
        </p:spPr>
        <p:txBody>
          <a:bodyPr/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flight schedules during peak seasons.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predictive analytics to reduce delays.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turnaround time at busy airports.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customer communication during disruptions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633" y="624110"/>
            <a:ext cx="7150768" cy="1012185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3633" y="1636295"/>
            <a:ext cx="7150768" cy="427492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visualization techniques improve understanding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support better scheduling and planning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demonstrates effective data-driven decision making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D7BC3-DCDB-C9F5-63D5-B3EF0059C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      </a:t>
            </a: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241166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52</TotalTime>
  <Words>469</Words>
  <Application>Microsoft Office PowerPoint</Application>
  <PresentationFormat>On-screen Show (4:3)</PresentationFormat>
  <Paragraphs>74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Century Gothic</vt:lpstr>
      <vt:lpstr>Times New Roman</vt:lpstr>
      <vt:lpstr>Wingdings</vt:lpstr>
      <vt:lpstr>Wingdings 3</vt:lpstr>
      <vt:lpstr>Wisp</vt:lpstr>
      <vt:lpstr>INFOSYS SPRINGBOARD           AirFly Insights</vt:lpstr>
      <vt:lpstr>Project Objective</vt:lpstr>
      <vt:lpstr>Dataset Overview</vt:lpstr>
      <vt:lpstr>Data Preprocessing</vt:lpstr>
      <vt:lpstr>Feature Engineering</vt:lpstr>
      <vt:lpstr>Bar Chart – Monthly Flights</vt:lpstr>
      <vt:lpstr>Line Chart – Flight Trend Over Time</vt:lpstr>
      <vt:lpstr>Histogram – Delay Distribution</vt:lpstr>
      <vt:lpstr>Scatter Plot – Distance vs Delay</vt:lpstr>
      <vt:lpstr>Box Plot – Airline Delay Comparison</vt:lpstr>
      <vt:lpstr>Pie Chart – Cancellation Reasons</vt:lpstr>
      <vt:lpstr>Area Chart – Flights Over Time</vt:lpstr>
      <vt:lpstr>Core Findings</vt:lpstr>
      <vt:lpstr>Strategic Recommendations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pravalika banuka</dc:creator>
  <cp:keywords/>
  <dc:description>generated using python-pptx</dc:description>
  <cp:lastModifiedBy>pravalika banuka</cp:lastModifiedBy>
  <cp:revision>2</cp:revision>
  <dcterms:created xsi:type="dcterms:W3CDTF">2013-01-27T09:14:16Z</dcterms:created>
  <dcterms:modified xsi:type="dcterms:W3CDTF">2026-01-06T15:08:50Z</dcterms:modified>
  <cp:category/>
</cp:coreProperties>
</file>