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8" r:id="rId6"/>
    <p:sldId id="278" r:id="rId7"/>
    <p:sldId id="309" r:id="rId8"/>
    <p:sldId id="318" r:id="rId9"/>
    <p:sldId id="319" r:id="rId10"/>
    <p:sldId id="320" r:id="rId11"/>
    <p:sldId id="263" r:id="rId12"/>
    <p:sldId id="310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9F1C-D0EE-D325-6C25-064826FF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5EDDC-0712-AD6C-0B8F-0403C5C05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1CC84-C157-3E22-B7BF-92605AFBA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3E335-EB30-988D-D5FC-F9BC34877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596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5EB4F-90AE-83BF-A4D2-5D366CCB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A5642-CBE0-E2DD-5A85-6FE818839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30A9C-1089-2B77-CE81-2B59E3B71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4FBE9-EC09-728C-8697-D760CCA89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0805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3F67-6C78-2953-BF62-E7627F92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ABB85-B6EF-20EB-8CCC-AF259B1D5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8832D-4D77-884F-84F9-8784BCE59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39838-8256-DBD6-11C8-9AF7848E2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6464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Fly Insights: Data Visualization and Analysis of Airline Operations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Data Visualization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Rahul Yadav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Avula Shivani Yadav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E71F3ED-C1AC-78C0-CF7F-C90F4CE8C9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3642" r="13642"/>
          <a:stretch>
            <a:fillRect/>
          </a:stretch>
        </p:blipFill>
        <p:spPr/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8148917-AD66-73D3-9F17-BE4C8DCAB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23" y="-320408"/>
            <a:ext cx="6440129" cy="66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airline delay dataset from Excel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Python using Pandas and verified data structure.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dataset 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including airline, route, time, delay duration, and cancellation reasons.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critical null entries and filling minor gaps using mean/median.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converting date-time fields and creating new features like month, day, and hour.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Prepared airline (aircraft)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grouping, cleaning, and making it ready for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147484"/>
            <a:ext cx="11248103" cy="963561"/>
          </a:xfrm>
        </p:spPr>
        <p:txBody>
          <a:bodyPr anchor="b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and Bivariate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67949-4AE7-715B-EEBC-D6E73D341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9" y="1111045"/>
            <a:ext cx="4549416" cy="274944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4D9FB2B-A6F7-7602-143C-B3314C51651B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5401495" y="1415263"/>
            <a:ext cx="6210402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Delhi and Mumbai have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flight departures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acting as major hubs.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Flight distribution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varies significantly by source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Chennai and Hyderabad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flight traffic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metro hubs.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1531B7-6DEA-6E50-5DC0-99CF37195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438" y="3759092"/>
            <a:ext cx="5940878" cy="2749450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B75BA6B-293E-9C17-96D4-B48915C88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1" y="3734573"/>
            <a:ext cx="5112414" cy="281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ticket prices mostly lie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₹18,000–₹20,000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a stable price range for most booking days.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 volatility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 early days (1–10 days left)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becomes more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for bookings made well in advance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1" y="0"/>
            <a:ext cx="7534656" cy="914400"/>
          </a:xfrm>
        </p:spPr>
        <p:txBody>
          <a:bodyPr/>
          <a:lstStyle/>
          <a:p>
            <a:r>
              <a:rPr lang="en-US" dirty="0"/>
              <a:t>Delay Analysis – Airline and Weather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37A712-344C-BC82-5626-1D3C235D3921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6754762" y="1167380"/>
            <a:ext cx="4697360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flight duration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in early morning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increases as the day progresses.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Evening and night flights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(around 18–22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durations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most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all cities follow a similar pattern,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magnitude of duration varies by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some showing sharper increases than others.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5026F-9E5E-2F6C-F3A1-F6D10563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0" y="983227"/>
            <a:ext cx="6447532" cy="39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BF0B-F31F-4B7E-2CE6-BE43B736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F127442-2128-2A2B-EBF5-1B73FE55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1" y="0"/>
            <a:ext cx="7534656" cy="914400"/>
          </a:xfrm>
        </p:spPr>
        <p:txBody>
          <a:bodyPr/>
          <a:lstStyle/>
          <a:p>
            <a:r>
              <a:rPr lang="en-US" dirty="0"/>
              <a:t>Delay Analysis – Airline and Weather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E7859D-C668-1AE5-80E8-7F3AB11C1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AutoShape 6" descr="Uploaded image">
            <a:extLst>
              <a:ext uri="{FF2B5EF4-FFF2-40B4-BE49-F238E27FC236}">
                <a16:creationId xmlns:a16="http://schemas.microsoft.com/office/drawing/2014/main" id="{FDA3A3EE-D68A-533C-3377-B6A4804765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E2CAB4DC-C95F-B85F-5BCC-B9758D127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953"/>
            <a:ext cx="6794179" cy="372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488FDD6A-AEF2-CBF7-9D21-58182B122A91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7153737" y="1054922"/>
            <a:ext cx="381539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flight duration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during late evening/night (21–24)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all source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morning (0–4)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flights have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shortest durations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from Kolkata and Delhi.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cities show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daily pattern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durations rising from morning to night and then dropping again.</a:t>
            </a:r>
          </a:p>
        </p:txBody>
      </p:sp>
    </p:spTree>
    <p:extLst>
      <p:ext uri="{BB962C8B-B14F-4D97-AF65-F5344CB8AC3E}">
        <p14:creationId xmlns:p14="http://schemas.microsoft.com/office/powerpoint/2010/main" val="213999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53E4-D510-78FD-D1F3-61DED869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437AE3A-53A4-0999-3F95-0F7FEEA5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32" y="-240773"/>
            <a:ext cx="7534656" cy="914400"/>
          </a:xfrm>
        </p:spPr>
        <p:txBody>
          <a:bodyPr/>
          <a:lstStyle/>
          <a:p>
            <a:r>
              <a:rPr lang="en-IN" dirty="0"/>
              <a:t>Route and Airport-Level Analysis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81B467-EC0C-F184-7BA2-B4C881DC4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AutoShape 6" descr="Uploaded image">
            <a:extLst>
              <a:ext uri="{FF2B5EF4-FFF2-40B4-BE49-F238E27FC236}">
                <a16:creationId xmlns:a16="http://schemas.microsoft.com/office/drawing/2014/main" id="{AA1DFE85-18CD-B130-2A4A-42E288E05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24D1A5-9A3C-E9A8-7D1B-54491268E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5" y="914400"/>
            <a:ext cx="5653563" cy="3274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E57BB3-2B49-FAF6-76B7-53A511669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05" y="779571"/>
            <a:ext cx="5633915" cy="340901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FCD2077-5158-C91A-29B6-061BC44BF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940" y="3350915"/>
            <a:ext cx="7934632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Evening and night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slots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almost all airports.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 night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flights experience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lowest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from Hyderabad and Delhi.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 patterns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across airports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higher congestion-related delays during peak hours.</a:t>
            </a:r>
          </a:p>
        </p:txBody>
      </p:sp>
    </p:spTree>
    <p:extLst>
      <p:ext uri="{BB962C8B-B14F-4D97-AF65-F5344CB8AC3E}">
        <p14:creationId xmlns:p14="http://schemas.microsoft.com/office/powerpoint/2010/main" val="1914434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1FBF4-635B-1A52-DC12-538A89F6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958723B-11DE-279A-C7EB-B43FEB62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1" y="0"/>
            <a:ext cx="7534656" cy="9144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and Cancellation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5B43B-7C31-CE87-8CAD-7054D7106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AutoShape 6" descr="Uploaded image">
            <a:extLst>
              <a:ext uri="{FF2B5EF4-FFF2-40B4-BE49-F238E27FC236}">
                <a16:creationId xmlns:a16="http://schemas.microsoft.com/office/drawing/2014/main" id="{DB5489CE-393A-E980-7756-4DBB5A2E1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6BEF39B-4C00-FBA8-41D0-E72C2C4084B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7153736" y="786481"/>
            <a:ext cx="3815390" cy="528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and night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periods show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median durations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wider spread, indicating stronger weather-related impact.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night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flights have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durations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less variability, suggesting minimal weather disruptions.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morning and morning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moderate durations but include several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outliers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occasional severe weather effects.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3F1857-6C4D-FB13-E67A-4C9E3266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1" y="1151295"/>
            <a:ext cx="6920355" cy="405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27C8FC-B32F-9F4C-45FD-484741BF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02" y="229214"/>
            <a:ext cx="5067300" cy="4610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E4BD39-90BD-9684-E9F7-6C2C7D83DE1A}"/>
              </a:ext>
            </a:extLst>
          </p:cNvPr>
          <p:cNvSpPr txBox="1"/>
          <p:nvPr/>
        </p:nvSpPr>
        <p:spPr>
          <a:xfrm>
            <a:off x="3215149" y="619432"/>
            <a:ext cx="319548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Carrier-related cancellations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duration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strongest overall impact.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Weather-related cancellations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slightly lower but still significant average durations.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NAS-related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average duration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 three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4633"/>
            <a:ext cx="10360152" cy="9144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findings from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606493"/>
            <a:ext cx="9409471" cy="387705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&amp; booking behavior: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prices are highest close to departure and decrease as booking is done earlier, with prices stabilizing well in advance.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Time-of-day impact: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duration and delays increase during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and night hours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early morning and late-night flights are generally shorter and less delayed.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demand: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Metro routes, especially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Delhi–Mumbai, Delhi–Bangalore, and Mumbai–Bangalore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dominate air traffic, indicating strong business and commuter demand.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patterns: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and night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 the highest average delays across airports;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night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least congestion and delays.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factors: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Carrier-related issues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impact, followed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NAS-related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 show relatively lower impact.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0555" y="491613"/>
            <a:ext cx="5641848" cy="5029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104</TotalTime>
  <Words>621</Words>
  <Application>Microsoft Office PowerPoint</Application>
  <PresentationFormat>Widescreen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Infosys Springboard Air Fly Insights: Data Visualization and Analysis of Airline Operations Domain: Data Visualization Mentor: Rahul Yadav Submitted by: Avula Shivani Yadav</vt:lpstr>
      <vt:lpstr>PowerPoint Presentation</vt:lpstr>
      <vt:lpstr>Univariate Analysis and Bivariate Analysis</vt:lpstr>
      <vt:lpstr>Delay Analysis – Airline and Weather</vt:lpstr>
      <vt:lpstr>Delay Analysis – Airline and Weather</vt:lpstr>
      <vt:lpstr>Route and Airport-Level Analysis</vt:lpstr>
      <vt:lpstr>Seasonal and Cancellation Analysis</vt:lpstr>
      <vt:lpstr>PowerPoint Presentation</vt:lpstr>
      <vt:lpstr>Final findings from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Yadav</dc:creator>
  <cp:lastModifiedBy>Shivani Yadav</cp:lastModifiedBy>
  <cp:revision>4</cp:revision>
  <dcterms:created xsi:type="dcterms:W3CDTF">2026-01-05T09:22:29Z</dcterms:created>
  <dcterms:modified xsi:type="dcterms:W3CDTF">2026-01-08T06:59:10Z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